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6699" y="1019026"/>
            <a:ext cx="3458414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健康记录平台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755999" y="1930152"/>
            <a:ext cx="37044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200" dirty="0">
                <a:solidFill>
                  <a:srgbClr val="CFE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全量功能清单与近期变化报告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2555528"/>
            <a:ext cx="4572000" cy="38100"/>
          </a:xfrm>
          <a:prstGeom prst="roundRect">
            <a:avLst>
              <a:gd name="adj" fmla="val 133333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9364" y="3025378"/>
            <a:ext cx="260527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报告日期：2026-01-23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69364" y="3265438"/>
            <a:ext cx="260527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B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范围：2026-01-08 ~ 2026-01-23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1945" y="3683198"/>
            <a:ext cx="1840111" cy="441127"/>
          </a:xfrm>
          <a:prstGeom prst="roundRect">
            <a:avLst>
              <a:gd name="adj" fmla="val 51822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80545" y="3784699"/>
            <a:ext cx="14105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当前版本：v1.1.0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1284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08955"/>
            <a:ext cx="25902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近期变化（业务视角）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55073" y="289917"/>
            <a:ext cx="13568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· 2026-01-23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106835"/>
            <a:ext cx="4483894" cy="1125438"/>
          </a:xfrm>
          <a:prstGeom prst="roundRect">
            <a:avLst>
              <a:gd name="adj" fmla="val 1579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294061"/>
            <a:ext cx="41397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数据录入效率提升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376" y="1633686"/>
            <a:ext cx="413971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引入“健康记录批量导入（预览→提交）”，面向历史数据迁移与集中补录场景，减少手工录入成本。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8701" y="2384673"/>
            <a:ext cx="4483894" cy="1125438"/>
          </a:xfrm>
          <a:prstGeom prst="roundRect">
            <a:avLst>
              <a:gd name="adj" fmla="val 1579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376" y="2571899"/>
            <a:ext cx="41397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数据质量与可靠性增强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1376" y="2911525"/>
            <a:ext cx="413971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完善血压/心率/时间校验、重复记录防护、导入错误报告下载，降低脏数据影响。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8701" y="3662511"/>
            <a:ext cx="4483894" cy="1125438"/>
          </a:xfrm>
          <a:prstGeom prst="roundRect">
            <a:avLst>
              <a:gd name="adj" fmla="val 1579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376" y="3849737"/>
            <a:ext cx="41397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交付稳定性提升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1376" y="4189363"/>
            <a:ext cx="413971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回归测试稳定可复现，并沉淀为自动化工作流与报告资产，提升发版效率与可控性。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1195" y="1106835"/>
            <a:ext cx="3314105" cy="3247727"/>
          </a:xfrm>
          <a:prstGeom prst="roundRect">
            <a:avLst>
              <a:gd name="adj" fmla="val 54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07670" y="1243310"/>
            <a:ext cx="3041154" cy="2692301"/>
          </a:xfrm>
          <a:prstGeom prst="roundRect">
            <a:avLst>
              <a:gd name="adj" fmla="val 471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61447" y="2489448"/>
            <a:ext cx="2176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截图（已移除以便生成）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7670" y="4037112"/>
            <a:ext cx="31019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交付链路与自动化能力沉淀（示意）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0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8492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功能变化清单（按模块）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2493" y="318790"/>
            <a:ext cx="1767462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CFE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2026-01-08 ~ 2026-01-23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990451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026" y="1101477"/>
            <a:ext cx="7873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8976" y="1152227"/>
            <a:ext cx="544068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2026" y="1407021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更严格校验 + 防重复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2026" y="1648271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血压范围 30-250，且收缩压&gt;舒张压；心率可选 30-150；同成员同分钟重复记录拦截。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2218283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026" y="2329309"/>
            <a:ext cx="5206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2380059"/>
            <a:ext cx="272034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2026" y="2634853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可用性提升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2026" y="2876104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 BOM 兼容 Excel；RFC5987 filename* 支持中文文件名；支持按成员/标签/日期过滤导出。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446115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026" y="3557141"/>
            <a:ext cx="5206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976" y="3607891"/>
            <a:ext cx="272034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2026" y="3862685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Self/自己 保护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2026" y="4103936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默认成员不可编辑/删除；Self 资料与 Profile 同步，避免主档丢失或误操作。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0100" y="990451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1126" y="1101477"/>
            <a:ext cx="7873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8076" y="1152227"/>
            <a:ext cx="544068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1126" y="1407021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→ Commit 流程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21126" y="1648271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先预览校验，再提交写入；未知成员可映射或新建；错误/跳过行可导出报告。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0100" y="2218283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1126" y="2329309"/>
            <a:ext cx="7873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48076" y="2380059"/>
            <a:ext cx="544068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质量体系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1126" y="2634853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回归稳定可复现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21126" y="2876104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 UI 主路径覆盖注册/登录/切换语言/记录/成员等；减少 flaky，提高 CI 可信度。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0100" y="3446115"/>
            <a:ext cx="4152900" cy="1075432"/>
          </a:xfrm>
          <a:prstGeom prst="roundRect">
            <a:avLst>
              <a:gd name="adj" fmla="val 16533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21126" y="3557141"/>
            <a:ext cx="787301" cy="254794"/>
          </a:xfrm>
          <a:prstGeom prst="roundRect">
            <a:avLst>
              <a:gd name="adj" fmla="val 497943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48076" y="3607891"/>
            <a:ext cx="544068" cy="15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报告资产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1126" y="3862685"/>
            <a:ext cx="4009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PPT/HTML slides 沉淀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21126" y="4103936"/>
            <a:ext cx="400946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周报/月报与专项报告可脚本生成，支持图文呈现，便于对内/对外汇报。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8701" y="4754314"/>
            <a:ext cx="8187130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结论：近期工作从“可用功能”走向“可规模化交付”，面向数据迁移、质量保障与可汇报性持续增强。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0607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18616"/>
            <a:ext cx="28492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全量功能清单（用户侧）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70069" y="199579"/>
            <a:ext cx="4235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900708"/>
            <a:ext cx="3911798" cy="1721197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087934"/>
            <a:ext cx="3556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账号与安全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1376" y="1443484"/>
            <a:ext cx="3486448" cy="9404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注册/登录：邮箱或用户名（用户名不区分大小写）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密码强度：≥8位，包含字母+数字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Access/Refresh 双令牌：登出/登出全部会话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强制改密：首次登录或被重置密码后拦截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8701" y="2774305"/>
            <a:ext cx="3911798" cy="1473398"/>
          </a:xfrm>
          <a:prstGeom prst="roundRect">
            <a:avLst>
              <a:gd name="adj" fmla="val 120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376" y="2961531"/>
            <a:ext cx="3556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1376" y="3317081"/>
            <a:ext cx="3486448" cy="6926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成员列表/创建/更新/删除（软删除）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默认成员保护：Self/自己 不可编辑/删除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与 Profile 同步（如身高）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73650" y="900708"/>
            <a:ext cx="3911798" cy="2115294"/>
          </a:xfrm>
          <a:prstGeom prst="roundRect">
            <a:avLst>
              <a:gd name="adj" fmla="val 840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6325" y="1087934"/>
            <a:ext cx="3556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86325" y="1443484"/>
            <a:ext cx="3486448" cy="133454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 CRUD：血压（必填）、心率（可选）、标签、备注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数据校验：30-250mmHg 且收缩压&gt;舒张压；心率 30-150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重复记录防护：同成员同分钟拦截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筛选：按成员/日期区间/标签（OR 语义）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73650" y="3168402"/>
            <a:ext cx="3911798" cy="1721197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86325" y="3355628"/>
            <a:ext cx="3556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 / 导入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86325" y="3711178"/>
            <a:ext cx="3486448" cy="9404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导出：UTF-8 BOM + 中文文件名支持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批量导入：模板下载、预览校验、提交写入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未知成员：可映射或新建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导入报告：错误/跳过行可下载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0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34392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全量功能清单（管理/平台侧）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70069" y="303461"/>
            <a:ext cx="42353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E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01" y="1142851"/>
            <a:ext cx="3911798" cy="3746748"/>
          </a:xfrm>
          <a:prstGeom prst="roundRect">
            <a:avLst>
              <a:gd name="adj" fmla="val 4745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26" y="1355527"/>
            <a:ext cx="35042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管理员能力（ADMIN / SUPER_ADMIN）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6826" y="1720602"/>
            <a:ext cx="3435548" cy="113749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用户列表：用户名/邮箱/角色/注册时间/最后登录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重置密码：生成强临时密码，强制下次登录改密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会话失效：通过 token_version 使旧会话失效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角色管理：仅 SUPER_ADMIN 可提升/降级 ADMIN（禁止修改 SUPER_ADMIN）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6826" y="3010495"/>
            <a:ext cx="350425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安全约束：管理员不能通过管理员接口重置“自己的”密码（需走自助改密）。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73650" y="1142851"/>
            <a:ext cx="3911798" cy="3746748"/>
          </a:xfrm>
          <a:prstGeom prst="roundRect">
            <a:avLst>
              <a:gd name="adj" fmla="val 4745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1775" y="1355527"/>
            <a:ext cx="35042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工程与运维能力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1775" y="1720602"/>
            <a:ext cx="3435548" cy="22242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分层架构：Client → Service → Manager → Models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DB：开发 SQLite 自动建表；外部 DB 健壮性与可选 TLS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CLI：db-info / db-create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版本接口：GET /api/v1/version（可用于登录页展示）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自动化：Pytest 单测 + Playwright E2E 回归 + 报告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容器化：Docker / Kubernetes 部署资产与脚本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1775" y="4097238"/>
            <a:ext cx="350425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目标：降低发版风险、提升可观测性与可交付性。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207913"/>
            <a:ext cx="397758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批量导入流程（Preview → Commit）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76195" y="260300"/>
            <a:ext cx="15667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可控导入：先预览再写入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863501"/>
            <a:ext cx="4114800" cy="1138684"/>
          </a:xfrm>
          <a:prstGeom prst="roundRect">
            <a:avLst>
              <a:gd name="adj" fmla="val 1115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974527"/>
            <a:ext cx="584150" cy="193477"/>
          </a:xfrm>
          <a:prstGeom prst="roundRect">
            <a:avLst>
              <a:gd name="adj" fmla="val 655752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8976" y="999827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218754"/>
            <a:ext cx="3918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模板与文件上传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7475" y="1494979"/>
            <a:ext cx="3841849" cy="3580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CSV / Excel 模板下载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上传后进入预览校验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2078385"/>
            <a:ext cx="4114800" cy="1336774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2189411"/>
            <a:ext cx="584150" cy="193477"/>
          </a:xfrm>
          <a:prstGeom prst="roundRect">
            <a:avLst>
              <a:gd name="adj" fmla="val 655752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2214711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2433638"/>
            <a:ext cx="3918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预览校验（Preview）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475" y="2709863"/>
            <a:ext cx="3841849" cy="5561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自动识别/映射表头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逐行校验血压/心率/时间/成员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session，返回可提交清单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491359"/>
            <a:ext cx="4114800" cy="1336774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7475" y="3602385"/>
            <a:ext cx="584150" cy="193477"/>
          </a:xfrm>
          <a:prstGeom prst="roundRect">
            <a:avLst>
              <a:gd name="adj" fmla="val 655752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976" y="3627686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475" y="3846612"/>
            <a:ext cx="3918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提交写入（Commit）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7475" y="4122837"/>
            <a:ext cx="3841849" cy="5561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未知成员：可映射已有成员或新建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重复记录：跳过并可下载报告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返回导入汇总与报告下载入口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8200" y="863501"/>
            <a:ext cx="4114800" cy="4085332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4675" y="999976"/>
            <a:ext cx="1905000" cy="1012627"/>
          </a:xfrm>
          <a:prstGeom prst="roundRect">
            <a:avLst>
              <a:gd name="adj" fmla="val 12542"/>
            </a:avLst>
          </a:prstGeom>
          <a:solidFill>
            <a:srgbClr val="FFFFFF"/>
          </a:solidFill>
          <a:ln w="9525">
            <a:solidFill>
              <a:srgbClr val="E6EEF6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21151" y="1263402"/>
            <a:ext cx="1664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1151" y="1587252"/>
            <a:ext cx="1664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模板与文件上传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91176" y="137293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84675" y="2114104"/>
            <a:ext cx="1905000" cy="1012627"/>
          </a:xfrm>
          <a:prstGeom prst="roundRect">
            <a:avLst>
              <a:gd name="adj" fmla="val 12542"/>
            </a:avLst>
          </a:prstGeom>
          <a:solidFill>
            <a:srgbClr val="FFFFFF"/>
          </a:solidFill>
          <a:ln w="9525">
            <a:solidFill>
              <a:srgbClr val="E6EEF6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21151" y="2377529"/>
            <a:ext cx="1664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21151" y="2701379"/>
            <a:ext cx="1664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预览校验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91176" y="2487067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84675" y="3228231"/>
            <a:ext cx="1905000" cy="1012627"/>
          </a:xfrm>
          <a:prstGeom prst="roundRect">
            <a:avLst>
              <a:gd name="adj" fmla="val 12542"/>
            </a:avLst>
          </a:prstGeom>
          <a:solidFill>
            <a:srgbClr val="FFFFFF"/>
          </a:solidFill>
          <a:ln w="9525">
            <a:solidFill>
              <a:srgbClr val="E6EEF6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21151" y="3491657"/>
            <a:ext cx="1664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21151" y="3815507"/>
            <a:ext cx="16646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写入数据库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84675" y="4317057"/>
            <a:ext cx="391868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校验示例：血压 30–250（收缩压 &gt; 舒张压），心率 30–150，重复按成员+时间去重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207913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质量体系与交付稳定性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16403" y="260300"/>
            <a:ext cx="1321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+ 流水线 + 报告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863501"/>
            <a:ext cx="3978325" cy="1092547"/>
          </a:xfrm>
          <a:prstGeom prst="roundRect">
            <a:avLst>
              <a:gd name="adj" fmla="val 11624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974527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自动化测试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7475" y="1250752"/>
            <a:ext cx="3705374" cy="5561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Pytest：后端单元测试覆盖关键校验与接口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Playwright：中文 UI 主路径回归（注册/登录/记录/成员等）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HTML 报告：默认生成，按需查看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057549"/>
            <a:ext cx="3978325" cy="1252538"/>
          </a:xfrm>
          <a:prstGeom prst="roundRect">
            <a:avLst>
              <a:gd name="adj" fmla="val 10139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7475" y="2168575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工程增强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7475" y="2444800"/>
            <a:ext cx="3705374" cy="7161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工作流健壮性：安全 tag、输出变量修正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部署后 E2E 可运行：忽略缺失测试结果、避免启动多余 web server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资产沉淀：周报/月报 PPT 与 HTML slides 可脚本生成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411587"/>
            <a:ext cx="3978325" cy="894457"/>
          </a:xfrm>
          <a:prstGeom prst="roundRect">
            <a:avLst>
              <a:gd name="adj" fmla="val 14199"/>
            </a:avLst>
          </a:prstGeom>
          <a:solidFill>
            <a:srgbClr val="F7FAFC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7475" y="3522613"/>
            <a:ext cx="37794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业务结果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7475" y="3798838"/>
            <a:ext cx="3705374" cy="3580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 flaky 与人工回归成本</a:t>
            </a:r>
            <a:endParaRPr lang="en-US" sz="1050" dirty="0"/>
          </a:p>
          <a:p>
            <a:pPr algn="l" marL="101600" indent="-1016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提升发版可预期性与回滚效率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1725" y="863501"/>
            <a:ext cx="4251275" cy="41784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48200" y="1139577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Success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3701" y="1114127"/>
            <a:ext cx="1641723" cy="203150"/>
          </a:xfrm>
          <a:prstGeom prst="roundRect">
            <a:avLst>
              <a:gd name="adj" fmla="val 500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73701" y="1114127"/>
            <a:ext cx="1395413" cy="203150"/>
          </a:xfrm>
          <a:prstGeom prst="roundRect">
            <a:avLst>
              <a:gd name="adj" fmla="val 5001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4733" y="1139577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8200" y="1672679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Completeness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3701" y="1647230"/>
            <a:ext cx="1641723" cy="203150"/>
          </a:xfrm>
          <a:prstGeom prst="roundRect">
            <a:avLst>
              <a:gd name="adj" fmla="val 500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73701" y="1647230"/>
            <a:ext cx="1165622" cy="203150"/>
          </a:xfrm>
          <a:prstGeom prst="roundRect">
            <a:avLst>
              <a:gd name="adj" fmla="val 5001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4733" y="1672679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8200" y="2205782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3701" y="2180332"/>
            <a:ext cx="1641723" cy="203150"/>
          </a:xfrm>
          <a:prstGeom prst="roundRect">
            <a:avLst>
              <a:gd name="adj" fmla="val 500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73701" y="2180332"/>
            <a:ext cx="1543199" cy="203150"/>
          </a:xfrm>
          <a:prstGeom prst="roundRect">
            <a:avLst>
              <a:gd name="adj" fmla="val 5001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004733" y="2205782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8200" y="2573982"/>
            <a:ext cx="40578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交付链路与自动化进展（示意）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5C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39613"/>
            <a:ext cx="284922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下一步建议（业务增量）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010698" y="306288"/>
            <a:ext cx="16060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7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从“可用”到“规模化价值”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1750" y="990451"/>
            <a:ext cx="2658517" cy="3606998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152376"/>
            <a:ext cx="1158180" cy="282476"/>
          </a:xfrm>
          <a:prstGeom prst="roundRect">
            <a:avLst>
              <a:gd name="adj" fmla="val 4491461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5927" y="1203127"/>
            <a:ext cx="9223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短期（v1.2.x）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8976" y="1536353"/>
            <a:ext cx="23297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导入体验与对账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8976" y="1901428"/>
            <a:ext cx="2284065" cy="10867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更强的错误定位（原始行/列/字段）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导入后对账：新增/跳过/重复统计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模板个性化与一键下载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2667" y="990451"/>
            <a:ext cx="2658517" cy="3606998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9893" y="1152376"/>
            <a:ext cx="1158180" cy="282476"/>
          </a:xfrm>
          <a:prstGeom prst="roundRect">
            <a:avLst>
              <a:gd name="adj" fmla="val 449146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56843" y="1203127"/>
            <a:ext cx="9223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中期（v1.3.x）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893" y="1536353"/>
            <a:ext cx="23297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趋势分析与提醒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893" y="1901428"/>
            <a:ext cx="2284065" cy="8896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按成员/标签的趋势对比与可视化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异常波动提示与记录质量提示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周报/月报自动生成与分享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53584" y="990451"/>
            <a:ext cx="2658517" cy="3606998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40810" y="1152376"/>
            <a:ext cx="1046857" cy="282476"/>
          </a:xfrm>
          <a:prstGeom prst="roundRect">
            <a:avLst>
              <a:gd name="adj" fmla="val 449146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67760" y="1203127"/>
            <a:ext cx="8088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长期（v2.x）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0810" y="1536353"/>
            <a:ext cx="23297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协作与生态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0810" y="1901428"/>
            <a:ext cx="2284065" cy="88969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家庭共享与医生授权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设备/平台对接（Apple Health/Google Fit 等）</a:t>
            </a:r>
            <a:endParaRPr lang="en-US" sz="1150" dirty="0"/>
          </a:p>
          <a:p>
            <a:pPr algn="l" marL="114300" indent="-114300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移动端体验与离线补录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8701" y="4724400"/>
            <a:ext cx="8187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建议优先：围绕“批量导入→数据质量→趋势分析”的闭环，把高频用户场景做深做稳。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Platform Feature Report (2026-01-23)</dc:title>
  <dc:subject>Full feature catalog + recent changes (v1.1.0)</dc:subject>
  <dc:creator>Health Platform Team</dc:creator>
  <cp:lastModifiedBy>Health Platform Team</cp:lastModifiedBy>
  <cp:revision>1</cp:revision>
  <dcterms:created xsi:type="dcterms:W3CDTF">2026-01-23T07:09:23Z</dcterms:created>
  <dcterms:modified xsi:type="dcterms:W3CDTF">2026-01-23T07:09:23Z</dcterms:modified>
</cp:coreProperties>
</file>