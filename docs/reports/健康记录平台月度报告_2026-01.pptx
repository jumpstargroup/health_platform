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处理时间（秒）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100条</c:v>
                  </c:pt>
                  <c:pt idx="1">
                    <c:v>500条</c:v>
                  </c:pt>
                  <c:pt idx="2">
                    <c:v>1000条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3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时间（秒）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测试分布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CDC4"/>
              </a:solidFill>
              <a:effectLst/>
            </c:spPr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单元测试</c:v>
                </c:pt>
                <c:pt idx="1">
                  <c:v>E2E测试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</c:v>
                </c:pt>
                <c:pt idx="1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5C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6624" y="1177975"/>
            <a:ext cx="3730752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健康记录平台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639312" y="2241500"/>
            <a:ext cx="18653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月度功能报告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46291" y="3276451"/>
            <a:ext cx="26512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buNone/>
            </a:pPr>
            <a:r>
              <a:rPr lang="en-US" sz="1800" dirty="0">
                <a:solidFill>
                  <a:srgbClr val="B8E6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2025-12-19 ~ 2026-01-19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11919" y="3670102"/>
            <a:ext cx="7201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执行摘要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8127950" cy="1104305"/>
          </a:xfrm>
          <a:prstGeom prst="roundRect">
            <a:avLst>
              <a:gd name="adj" fmla="val 92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5575" y="1269950"/>
            <a:ext cx="0" cy="1104305"/>
          </a:xfrm>
          <a:prstGeom prst="line">
            <a:avLst/>
          </a:prstGeom>
          <a:noFill/>
          <a:ln w="9525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101" y="1523851"/>
            <a:ext cx="7675397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报告期间</a:t>
            </a:r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：过去一个月，健康记录平台进行了重要的功能增强和稳定性改进。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101" y="1872853"/>
            <a:ext cx="7675397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核心聚焦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：E2E测试稳定性提升、批量数据导入能力、重复记录防护。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564755"/>
            <a:ext cx="8127950" cy="2053233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6550" y="2793355"/>
            <a:ext cx="78241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关键成果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6550" y="3231505"/>
            <a:ext cx="7670750" cy="108168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测试通过率达到 100%，全流程稳定可重现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新增批量导入功能，支持 Excel/CSV，单次可导入 1000 条记录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实现重复记录智能防护，避免数据冗余</a:t>
            </a:r>
            <a:endParaRPr lang="en-US" sz="1200" dirty="0"/>
          </a:p>
          <a:p>
            <a:pPr algn="l" marL="127000" indent="-127000">
              <a:lnSpc>
                <a:spcPts val="168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完善三级权限管理体系（USER/ADMIN/SUPER_ADMIN）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版本发布记录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2582317" cy="3238649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98525"/>
            <a:ext cx="2582317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555700"/>
            <a:ext cx="2167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550" y="1885801"/>
            <a:ext cx="2167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190601"/>
            <a:ext cx="2125117" cy="52804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E2E测试稳定性100%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测试报告自动生成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0767" y="1269950"/>
            <a:ext cx="2582317" cy="3238649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80767" y="1298525"/>
            <a:ext cx="2582317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9367" y="1555700"/>
            <a:ext cx="2167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09367" y="1885801"/>
            <a:ext cx="2167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2025-12-24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9367" y="2190601"/>
            <a:ext cx="2125117" cy="84281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批量导入Excel/CSV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重复记录防护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智能成员匹配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3584" y="1269950"/>
            <a:ext cx="2582317" cy="3238649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3584" y="1298525"/>
            <a:ext cx="2582317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2184" y="1555700"/>
            <a:ext cx="2167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82184" y="1885801"/>
            <a:ext cx="2167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2025-11-28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2184" y="2190601"/>
            <a:ext cx="2125117" cy="84281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三级权限管理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密码安全增强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图表异常高亮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核心功能亮点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3937099" cy="323864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98525"/>
            <a:ext cx="3937099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555700"/>
            <a:ext cx="3549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6550" y="1993850"/>
            <a:ext cx="35494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支持格式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550" y="2289125"/>
            <a:ext cx="3479899" cy="3429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(.xlsx) / CSV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文件最大 5MB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6550" y="2784425"/>
            <a:ext cx="35494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550" y="3079700"/>
            <a:ext cx="3479899" cy="3619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中英文表头自动识别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时区自动处理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550" y="3594050"/>
            <a:ext cx="35494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550" y="3889325"/>
            <a:ext cx="3479899" cy="1619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条 &lt; 10 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269950"/>
            <a:ext cx="3937099" cy="323864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8950" y="1298525"/>
            <a:ext cx="3937099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7550" y="1555700"/>
            <a:ext cx="3549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权限管理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27550" y="1993850"/>
            <a:ext cx="35494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三级角色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27550" y="2289125"/>
            <a:ext cx="3479899" cy="5619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SUPER_ADMIN：管理所有用户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ADMIN：查看用户列表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USER：管理个人数据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27550" y="3003500"/>
            <a:ext cx="35494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安全机制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7550" y="3298775"/>
            <a:ext cx="3479899" cy="3619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密码策略：8位+字母数字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版本控制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33679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708100"/>
            <a:ext cx="3301901" cy="596801"/>
          </a:xfrm>
          <a:prstGeom prst="roundRect">
            <a:avLst>
              <a:gd name="adj" fmla="val 12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708100"/>
            <a:ext cx="0" cy="5968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1835051"/>
            <a:ext cx="3060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2526" y="2035076"/>
            <a:ext cx="3060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Ant Design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406402"/>
            <a:ext cx="3301901" cy="596801"/>
          </a:xfrm>
          <a:prstGeom prst="roundRect">
            <a:avLst>
              <a:gd name="adj" fmla="val 12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406402"/>
            <a:ext cx="0" cy="5968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26" y="2533352"/>
            <a:ext cx="3060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2526" y="2733377"/>
            <a:ext cx="3060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3.0 + SQLAlchemy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3104704"/>
            <a:ext cx="3301901" cy="596801"/>
          </a:xfrm>
          <a:prstGeom prst="roundRect">
            <a:avLst>
              <a:gd name="adj" fmla="val 12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104704"/>
            <a:ext cx="0" cy="5968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526" y="3231654"/>
            <a:ext cx="3060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2526" y="3431679"/>
            <a:ext cx="3060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MySQL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803005"/>
            <a:ext cx="3301901" cy="596801"/>
          </a:xfrm>
          <a:prstGeom prst="roundRect">
            <a:avLst>
              <a:gd name="adj" fmla="val 12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803005"/>
            <a:ext cx="0" cy="5968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526" y="3929955"/>
            <a:ext cx="3060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526" y="4129980"/>
            <a:ext cx="3060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Kubernetes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3201" y="2725638"/>
            <a:ext cx="5439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3752" y="1269950"/>
            <a:ext cx="4572149" cy="73152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前端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+ Ant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3752" y="2184350"/>
            <a:ext cx="4572149" cy="73152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后端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 + SQLAlchemy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3752" y="3098750"/>
            <a:ext cx="4572149" cy="73152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/ MySQL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批量导入性能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708100"/>
            <a:ext cx="3555950" cy="850850"/>
          </a:xfrm>
          <a:prstGeom prst="roundRect">
            <a:avLst>
              <a:gd name="adj" fmla="val 11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860500"/>
            <a:ext cx="3316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条记录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2073176"/>
            <a:ext cx="331617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2685901"/>
            <a:ext cx="3555950" cy="850850"/>
          </a:xfrm>
          <a:prstGeom prst="roundRect">
            <a:avLst>
              <a:gd name="adj" fmla="val 11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838301"/>
            <a:ext cx="3316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条记录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3050977"/>
            <a:ext cx="331617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950" y="3663702"/>
            <a:ext cx="3555950" cy="850850"/>
          </a:xfrm>
          <a:prstGeom prst="roundRect">
            <a:avLst>
              <a:gd name="adj" fmla="val 11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3816102"/>
            <a:ext cx="3316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条记录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350" y="4028777"/>
            <a:ext cx="331617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7950" y="4666952"/>
            <a:ext cx="3627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优化措施</a:t>
            </a:r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：批量插入、索引优化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1301" y="2725638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性能图表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317802" y="1269950"/>
          <a:ext cx="4318099" cy="3149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33679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测试统计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1708100"/>
            <a:ext cx="3301901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0379" y="1860500"/>
            <a:ext cx="30570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0379" y="2308175"/>
            <a:ext cx="3057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单元测试用例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749451"/>
            <a:ext cx="3301901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0379" y="2901851"/>
            <a:ext cx="30570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30379" y="3349526"/>
            <a:ext cx="30570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测试通过率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3790801"/>
            <a:ext cx="3301901" cy="1050727"/>
          </a:xfrm>
          <a:prstGeom prst="roundRect">
            <a:avLst>
              <a:gd name="adj" fmla="val 96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3790801"/>
            <a:ext cx="0" cy="1050727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3943201"/>
            <a:ext cx="3008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改进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7975" y="4263777"/>
            <a:ext cx="2949476" cy="374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选择器稳定性优化</a:t>
            </a:r>
            <a:endParaRPr lang="en-US" sz="100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HTML报告生成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16501" y="2725638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测试覆盖图表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063752" y="1269950"/>
          <a:ext cx="4572149" cy="3149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1202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950"/>
            <a:ext cx="2582317" cy="28399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98525"/>
            <a:ext cx="2582317" cy="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581001"/>
            <a:ext cx="21160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短期计划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1920627"/>
            <a:ext cx="21160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851" y="2225427"/>
            <a:ext cx="2074515" cy="128260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批量导入前端 UI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文件上传组件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导入进度显示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数据导出增强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图表交互优化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80767" y="1269950"/>
            <a:ext cx="2582317" cy="28399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80767" y="1298525"/>
            <a:ext cx="2582317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4668" y="1581001"/>
            <a:ext cx="21160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中期计划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4668" y="1920627"/>
            <a:ext cx="21160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4668" y="2225427"/>
            <a:ext cx="2074515" cy="1554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数据分析增强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趋势预测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智能提醒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第三方集成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584" y="1269950"/>
            <a:ext cx="2582317" cy="2839938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3584" y="1298525"/>
            <a:ext cx="2582317" cy="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7485" y="1581001"/>
            <a:ext cx="21160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5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长期愿景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7485" y="1920627"/>
            <a:ext cx="21160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7485" y="2225427"/>
            <a:ext cx="2074515" cy="1554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移动应用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小程序支持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健康建议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异常识别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5C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312" y="430560"/>
            <a:ext cx="186537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473452" y="1494086"/>
            <a:ext cx="41970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感谢所有为健康记录平台贡献的团队成员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3259" y="2297311"/>
            <a:ext cx="1600795" cy="1314152"/>
          </a:xfrm>
          <a:prstGeom prst="roundRect">
            <a:avLst>
              <a:gd name="adj" fmla="val 1159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55871" y="2551212"/>
            <a:ext cx="85557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55871" y="3138488"/>
            <a:ext cx="8555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代码行数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65054" y="2297311"/>
            <a:ext cx="1677144" cy="1314152"/>
          </a:xfrm>
          <a:prstGeom prst="roundRect">
            <a:avLst>
              <a:gd name="adj" fmla="val 1159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36902" y="2551212"/>
            <a:ext cx="93344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36902" y="3138488"/>
            <a:ext cx="93344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23198" y="2297311"/>
            <a:ext cx="1537543" cy="1314152"/>
          </a:xfrm>
          <a:prstGeom prst="roundRect">
            <a:avLst>
              <a:gd name="adj" fmla="val 1159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6443" y="2551212"/>
            <a:ext cx="7910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96443" y="3138488"/>
            <a:ext cx="7910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18808" y="4297114"/>
            <a:ext cx="35063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B8E6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Copilot · 健康记录平台 v1.1.0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健康记录平台月度报告</dc:title>
  <dc:subject>月度功能报告 2026-01</dc:subject>
  <dc:creator>Health Platform Team</dc:creator>
  <cp:lastModifiedBy>Health Platform Team</cp:lastModifiedBy>
  <cp:revision>1</cp:revision>
  <dcterms:created xsi:type="dcterms:W3CDTF">2026-01-19T05:38:06Z</dcterms:created>
  <dcterms:modified xsi:type="dcterms:W3CDTF">2026-01-19T05:38:06Z</dcterms:modified>
</cp:coreProperties>
</file>