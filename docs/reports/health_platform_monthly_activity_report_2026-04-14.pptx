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健康记录平台｜近 1 个月更新分析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EE5EC"/>
                </a:solidFill>
                <a:latin typeface="Microsoft YaHei"/>
              </a:rPr>
              <a:t>时间范围：2026-03-14 ~ 2026-04-14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2200">
                <a:solidFill>
                  <a:srgbClr val="1F2328"/>
                </a:solidFill>
                <a:latin typeface="Microsoft YaHei"/>
              </a:defRPr>
            </a:pPr>
            <a:r>
              <a:t>结论先行：近月没有新的正式 Git 提交或新发版，但工作区内部研发活动仍然明显。</a:t>
            </a:r>
          </a:p>
          <a:p>
            <a:pPr>
              <a:spcAft>
                <a:spcPts val="700"/>
              </a:spcAft>
              <a:defRPr sz="2200">
                <a:solidFill>
                  <a:srgbClr val="1F2328"/>
                </a:solidFill>
                <a:latin typeface="Microsoft YaHei"/>
              </a:defRPr>
            </a:pPr>
            <a:r>
              <a:t>主要活动集中在 Guest Trial Phase 1、E2E 自动化测试扩张、报告与 PPT 资产沉淀。</a:t>
            </a:r>
          </a:p>
          <a:p>
            <a:pPr>
              <a:spcAft>
                <a:spcPts val="700"/>
              </a:spcAft>
              <a:defRPr sz="2200">
                <a:solidFill>
                  <a:srgbClr val="1F2328"/>
                </a:solidFill>
                <a:latin typeface="Microsoft YaHei"/>
              </a:defRPr>
            </a:pPr>
            <a:r>
              <a:t>本月更适合作为“研发推进月”汇报，而不是“正式版本更新月”。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F6770"/>
                </a:solidFill>
                <a:latin typeface="Microsoft YaHei"/>
              </a:rPr>
              <a:t>Generated on 2026-04-14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执行摘要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82880"/>
            <a:ext cx="1645920" cy="411480"/>
          </a:xfrm>
          <a:prstGeom prst="roundRect">
            <a:avLst/>
          </a:prstGeom>
          <a:solidFill>
            <a:srgbClr val="D04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10972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800">
                <a:solidFill>
                  <a:srgbClr val="1F2328"/>
                </a:solidFill>
                <a:latin typeface="Microsoft YaHei"/>
              </a:defRPr>
            </a:pPr>
            <a:r>
              <a:t>Git 口径：2026-03-14 之后当前分支没有新的正式提交，最近一次提交停留在 2026-02-26。</a:t>
            </a:r>
          </a:p>
          <a:p>
            <a:pPr>
              <a:spcAft>
                <a:spcPts val="700"/>
              </a:spcAft>
              <a:defRPr sz="1800">
                <a:solidFill>
                  <a:srgbClr val="1F2328"/>
                </a:solidFill>
                <a:latin typeface="Microsoft YaHei"/>
              </a:defRPr>
            </a:pPr>
            <a:r>
              <a:t>版本口径：CHANGELOG 最新可见版本记录仍是 1.1.0，没有近月新增发布说明。</a:t>
            </a:r>
          </a:p>
          <a:p>
            <a:pPr>
              <a:spcAft>
                <a:spcPts val="700"/>
              </a:spcAft>
              <a:defRPr sz="1800">
                <a:solidFill>
                  <a:srgbClr val="1F2328"/>
                </a:solidFill>
                <a:latin typeface="Microsoft YaHei"/>
              </a:defRPr>
            </a:pPr>
            <a:r>
              <a:t>活动口径：排除缓存和产物后，近月仍有 65 个有效活跃文件，说明研发活动持续存在。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29000"/>
            <a:ext cx="52120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Guest Trial Phase 1 已形成需求、设计、计划、迁移和测试草案。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E2E 用例达到 48 个，覆盖认证、成员、记录、i18n、集成等 8 类场景。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报告生成能力继续沉淀，月报与日报类资产可复用。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42900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汇报建议：明确区分“正式提交/发版”与“工作区推进”。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当前成果更适合作为阶段性研发进展展示。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后续需要尽快把关键工作拆分成可提交批次。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正式更新状态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82880"/>
            <a:ext cx="1645920" cy="411480"/>
          </a:xfrm>
          <a:prstGeom prst="roundRect">
            <a:avLst/>
          </a:prstGeom>
          <a:solidFill>
            <a:srgbClr val="D04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0E7490"/>
                </a:solidFill>
                <a:latin typeface="Microsoft YaHei"/>
              </a:rPr>
              <a:t>近 1 个月没有新的正式提交与发版，这是本次分析的核心事实。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Git log 时间窗口：2026-03-14 ~ 2026-04-14。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窗口内无新增提交记录。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最近一次提交：92c4413 / 2026-02-26 / wechat-login-Desin。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说明：当前分支近月没有形成正式代码增量。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0292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CHANGELOG 最新可见版本：1.1.0（2026-01-15）。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仓库已有发布说明文件，但没有体现近月新版本。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因此本次 PPT 不应使用“已发布新版本”口径。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建议表述：近月无正式发版，存在持续研发推进。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重点活动一：Guest Trial Phase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82880"/>
            <a:ext cx="1645920" cy="411480"/>
          </a:xfrm>
          <a:prstGeom prst="roundRect">
            <a:avLst/>
          </a:prstGeom>
          <a:solidFill>
            <a:srgbClr val="D04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3949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需求、设计、实施计划已经完整成型。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数据库迁移文件已创建，时间戳为 2026-04-08。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模型层已新增 GuestTrialSession 与 guest_trial_session_id 字段。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测试侧已经出现 guest phase 1 schema 验证文件。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4846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业务意义：降低首次体验门槛，提升 Demo 与增长场景可用性。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技术意义：把 Guest 当作独立 principal 处理，而不是弱化版普通用户。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当前状态：已从方案阶段进入模型与迁移准备阶段，但尚未形成正式提交。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重点活动二：E2E 自动化测试扩张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82880"/>
            <a:ext cx="1645920" cy="411480"/>
          </a:xfrm>
          <a:prstGeom prst="roundRect">
            <a:avLst/>
          </a:prstGeom>
          <a:solidFill>
            <a:srgbClr val="D04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E2E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E7490"/>
                </a:solidFill>
                <a:latin typeface="Microsoft YaHei"/>
              </a:rPr>
              <a:t>48 个用例 / 8 个场景域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F6770"/>
                </a:solidFill>
                <a:latin typeface="Microsoft YaHei"/>
              </a:rPr>
              <a:t>完整测试计划已落地，依赖层也已同步升级。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3035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auth: 7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members: 6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health-records: 12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dashboard: 2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profile: 2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settings: 2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i18n: 11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integration: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48840"/>
            <a:ext cx="48463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已有完整测试计划文档 TEST_PLAN_FULL。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package.json 新增 @playwright/test devDependency。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playwright / playwright-core 升级到 1.58.2。</a:t>
            </a:r>
          </a:p>
          <a:p>
            <a:pPr>
              <a:spcAft>
                <a:spcPts val="700"/>
              </a:spcAft>
              <a:defRPr sz="1600">
                <a:solidFill>
                  <a:srgbClr val="1F2328"/>
                </a:solidFill>
                <a:latin typeface="Microsoft YaHei"/>
              </a:defRPr>
            </a:pPr>
            <a:r>
              <a:t>这是一项质量体系建设，不只是零散脚本补充。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重点活动三：报告与汇报资产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82880"/>
            <a:ext cx="1645920" cy="411480"/>
          </a:xfrm>
          <a:prstGeom prst="roundRect">
            <a:avLst/>
          </a:prstGeom>
          <a:solidFill>
            <a:srgbClr val="D04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近月可见月报资产：MONTHLY_FEATURE_REPORT_2026-04.md。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近月可见日报资产：daily_work_report_2026-03-16.pptx。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仓库内已存在 PPT 自动生成脚本，可复用为团队汇报模板。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说明项目在交付之外，也在建设对内表达能力。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48463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价值一：降低月报和阶段复盘成本。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价值二：便于管理汇报、培训和工作坊复用。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价值三：让 Markdown -&gt; PPT 的输出链路标准化。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这类资产虽然不直接上线，但能提升团队协作效率。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8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风险与建议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82880"/>
            <a:ext cx="1645920" cy="411480"/>
          </a:xfrm>
          <a:prstGeom prst="roundRect">
            <a:avLst/>
          </a:prstGeom>
          <a:solidFill>
            <a:srgbClr val="D04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风险 1：近月多数变化仍停留在工作区，尚未进入正式版本资产。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风险 2：如果继续长期不提交，后续会增加合并和回归成本。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风险 3：管理层可能误把研发推进当成已发布成果，需要口径控制。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48463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建议 1：优先拆分并提交 Guest Trial Phase 1 的可落地批次。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建议 2：把 E2E 核心场景纳入统一执行入口和 CI。</a:t>
            </a:r>
          </a:p>
          <a:p>
            <a:pPr>
              <a:spcAft>
                <a:spcPts val="700"/>
              </a:spcAft>
              <a:defRPr sz="1700">
                <a:solidFill>
                  <a:srgbClr val="1F2328"/>
                </a:solidFill>
                <a:latin typeface="Microsoft YaHei"/>
              </a:defRPr>
            </a:pPr>
            <a:r>
              <a:t>建议 3：功能合入后补齐 changelog / release notes，形成正式更新链路。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32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1645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0E7490"/>
                </a:solidFill>
                <a:latin typeface="Microsoft YaHei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0"/>
            <a:ext cx="8961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1F2328"/>
                </a:solidFill>
                <a:latin typeface="Microsoft YaHei"/>
              </a:rPr>
              <a:t>最近 1 个月，健康记录平台没有形成新的正式提交和发版，
但在 Guest Trial、E2E 自动化和汇报资产方面持续推进。
本月应定义为研发推进月，而不是正式发版月。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5852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F6770"/>
                </a:solidFill>
                <a:latin typeface="Microsoft YaHei"/>
              </a:rPr>
              <a:t>Generated by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