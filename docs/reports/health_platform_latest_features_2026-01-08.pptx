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277884"/>
                </a:solidFill>
                <a:latin typeface="Arial"/>
              </a:rPr>
              <a:t>Health Platform｜产品最新能力概览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86069"/>
                </a:solidFill>
                <a:latin typeface="Arial"/>
              </a:rPr>
              <a:t>2026-01-08  ·  AKS Shared Cluster + GHCR + Agent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45920" cy="128016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一句话总结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TL;DR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6070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从个人健康记录应用升级为可演示/可训练/可扩展的工程化平台：应用 + DevOps + 安全 + 代理技能。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支持共享 AKS 多租户（branch → namespace）隔离部署，前端 LoadBalancer 暴露，后端 ClusterIP 内网访问。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引入 GitHub Advanced Security 与 Copilot 工作流，覆盖：依赖漏洞、secret scanning、PR 自动审查与修复建议。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产品核心能力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健康记录与家庭成员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用户权限与可视化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血压（收缩压/舒张压）、心率、标签、备注记录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数据校验（血压 30–250；收缩压 &gt; 舒张压；心率 30–150）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分页查询（page + size），按日期/标签筛选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家庭成员管理：Self/自己保护（不可编辑/删除）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CSV 导出（UTF-8 BOM + RFC5987 filename*）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JWT 登录体系：注册/登录/刷新/登出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角色：USER / ADMIN / SUPER_ADMIN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管理员重置密码：临时密码 + must_change_password + token_version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趋势图：周/月/全部，异常高亮，PNG 下载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i18next 多语言与 Ant Design 组件化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平台架构与分层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188720" cy="82296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29968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2996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B1F23"/>
                </a:solidFill>
                <a:latin typeface="Arial"/>
              </a:rPr>
              <a:t>React 18 + Ant Design + ECharts + i18next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188720" cy="82296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990088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99008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B1F23"/>
                </a:solidFill>
                <a:latin typeface="Arial"/>
              </a:rPr>
              <a:t>Flask API：参数校验 / 认证鉴权 / HTTP 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4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49040"/>
            <a:ext cx="1188720" cy="82296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950208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95020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B1F23"/>
                </a:solidFill>
                <a:latin typeface="Arial"/>
              </a:rPr>
              <a:t>业务逻辑 + DB 操作（禁止 Service 直连 DB）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188720" cy="82296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910328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91032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B1F23"/>
                </a:solidFill>
                <a:latin typeface="Arial"/>
              </a:rPr>
              <a:t>SQLAlchemy Models + Migrations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部署与多租户模型（共享 AKS）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6070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镜像仓库：GHCR（push 用 GITHUB_TOKEN；pull 用长期 GHCR_READ_TOKEN 创建 imagePullSecret）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分支隔离：CI 根据分支名计算 namespace（ws-&lt;normalized&gt;-&lt;hash&gt;）并自动创建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安全护栏：namespace 级 ResourceQuota + LimitRange（pods/services/loadbalancers/CPU/Memory）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服务暴露：frontend-svc 可配置为 LoadBalancer；backend-svc 默认为 ClusterIP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运行安全：容器 non-root，最小权限 capabilities，readiness/liveness 探针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CI/CD 工作流亮点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Build &amp; Push（GHCR）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Deploy（Kubernetes）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按变更判断是否需要 build（代码/依赖/前端变更触发）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多 tag 策略：branch / sha / latest(main) / mvp(MVP*)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强制 tag 小写，避免 registry 不一致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Docker Buildx + metadata-action + build-push-action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环境分层：GitHub Secrets &gt; GitHub Vars &gt; deploy/config/*.env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模板渲染：envsubst 生成 deploy/k8s-&lt;env&gt;-generated.yaml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自动创建 ghcr-secret（docker-registry secret）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rollout status 失败自动采集诊断（pods/events/describe/logs）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安全与治理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6070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应用侧：JWT 鉴权、CORS 白名单、Flask-Limiter 限流、输入校验与错误语义统一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平台侧：GitHub Advanced Security（secret scanning push protection / Dependabot / Code Quality）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Copilot 参与 PR：自动审查、建议修复依赖漏洞/配置问题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敏感信息策略：.env 不入库；生产密钥走 GitHub Secrets；K8s 侧不打印 secret 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可观测与可靠性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运行可观测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可靠性能力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/api/healthz 健康检查 + K8s 探针驱动自愈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kubectl logs/describe/events 快速定位故障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CI 失败自动采集诊断输出，减少 MTTR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tenacity 重试策略（指数退避）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pybreaker 熔断（fail_max/reset_timeout）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资源隔离：namespace 配额避免噪声邻居问题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Agent Skills 能力矩阵（新增）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Document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7884"/>
                </a:solidFill>
                <a:latin typeface="Arial"/>
              </a:rPr>
              <a:t>Engineering &amp; Workflow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pptx：演示文稿创建/编辑/分析（OOXML + html2pptx 流程）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docx：Word 文档生成/编辑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xlsx：表格生成/计算/重算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pdf：提取/表单处理/分析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webapp-testing：端到端网页测试方法与脚本化流程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mcp-builder：快速生成 MCP server 参考实现与评估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internal-comms：3P/公告/FAQ 等企业沟通模板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theme-factory / brand-guidelines / frontend-design：设计与一致性产出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web-artifacts-builder / skill-creator / slack-gif-creator：内容与技能扩展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典型应用场景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6070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面向管理层：一键生成周报/里程碑汇报 PPT（internal-comms + pptx）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面向研发：自动化排障与命令生成（Copilot + kubectl + Troubleshooting playbook）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面向安全：演示 secret scanning 与依赖漏洞闭环（GHAS + Dependabot + PR Review）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面向平台：共享集群多租户实践（branch→namespace、quota、pull secret、LB）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后续增强方向（建议）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6070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可观测：接入标准化指标与日志聚合（Prometheus/Grafana/Log pipeline）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安全：更严格的 Policy-as-Code（OPA/Gatekeeper）与镜像签名（cosign）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部署：后端/前端统一 ingress + TLS，减少 LoadBalancer 消耗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技能：为 Health Platform 定制“产品发布包”技能（PPT + Release notes + FAQ）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1F23"/>
                </a:solidFill>
                <a:latin typeface="Arial"/>
              </a:rPr>
              <a:t>Thanks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612648"/>
            <a:ext cx="1097280" cy="411480"/>
          </a:xfrm>
          <a:prstGeom prst="round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607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仓库：健康记录平台（Flask + React）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交付：共享 AKS 部署流程 + GHAS 安全练习 + Agent Skills 扩展</a:t>
            </a:r>
          </a:p>
          <a:p>
            <a:pPr>
              <a:spcAft>
                <a:spcPts val="600"/>
              </a:spcAft>
              <a:defRPr sz="1800">
                <a:solidFill>
                  <a:srgbClr val="1B1F23"/>
                </a:solidFill>
                <a:latin typeface="Arial"/>
              </a:defRPr>
            </a:pPr>
            <a:r>
              <a:t>建议下一步：用模板化流程把演示资产（PPT/Doc/Runbook）纳入 CI 产物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