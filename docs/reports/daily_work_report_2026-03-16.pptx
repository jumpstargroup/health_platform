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健康平台项目｜今日工作汇报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E1E7EE"/>
                </a:solidFill>
                <a:latin typeface="Microsoft YaHei"/>
              </a:rPr>
              <a:t>Daily Project Report · 2026-03-16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972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514600"/>
            <a:ext cx="10424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2400">
                <a:solidFill>
                  <a:srgbClr val="1C1F23"/>
                </a:solidFill>
                <a:latin typeface="Microsoft YaHei"/>
              </a:defRPr>
            </a:pPr>
            <a:r>
              <a:t>今日核心定位：导入链路调试 + 回归验证 + 环境联调稳定性保障。</a:t>
            </a:r>
          </a:p>
          <a:p>
            <a:pPr>
              <a:spcAft>
                <a:spcPts val="700"/>
              </a:spcAft>
              <a:defRPr sz="2400">
                <a:solidFill>
                  <a:srgbClr val="1C1F23"/>
                </a:solidFill>
                <a:latin typeface="Microsoft YaHei"/>
              </a:defRPr>
            </a:pPr>
            <a:r>
              <a:t>工作特征：多轮细粒度验证、快速定位问题、持续回归闭环。</a:t>
            </a:r>
          </a:p>
          <a:p>
            <a:pPr>
              <a:spcAft>
                <a:spcPts val="700"/>
              </a:spcAft>
              <a:defRPr sz="2400">
                <a:solidFill>
                  <a:srgbClr val="1C1F23"/>
                </a:solidFill>
                <a:latin typeface="Microsoft YaHei"/>
              </a:defRPr>
            </a:pPr>
            <a:r>
              <a:t>价值体现：把潜在发布风险前置消化，保障后续功能迭代可持续推进。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F6770"/>
                </a:solidFill>
                <a:latin typeface="Microsoft YaHei"/>
              </a:rPr>
              <a:t>汇报人：项目研发负责人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执行摘要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164592"/>
            <a:ext cx="1645920" cy="457200"/>
          </a:xfrm>
          <a:prstGeom prst="roundRect">
            <a:avLst/>
          </a:prstGeom>
          <a:solidFill>
            <a:srgbClr val="DE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972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今天以质量稳定为优先，集中推进健康数据导入相关链路排障与验证。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针对导入预览/提交、标签修复后回归、E2E 用户会话等关键路径做了连续性检查。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当前状态：未发现新增硬阻塞，已具备继续推进功能收口和提测的基础。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Microsoft YaHei"/>
              </a:rPr>
              <a:t>工作强度指标（按可见轨迹估算）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3035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调试/验证任务类型：8+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专项导入链路验证：3 组（脚本调用、单测定点、端到端预览）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快速回归任务：2 组（全量 fast tests / tag fix 后复验）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环境联调产物刷新：前端依赖 + E2E 鉴权态 + 本地数据文件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2461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Microsoft YaHei"/>
              </a:rPr>
              <a:t>业务价值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611880"/>
            <a:ext cx="53035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降低导入能力上线风险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缩短问题定位路径，提升排障效率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为后续版本交付提供稳定底座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技术攻坚：导入链路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164592"/>
            <a:ext cx="1645920" cy="457200"/>
          </a:xfrm>
          <a:prstGeom prst="roundRect">
            <a:avLst/>
          </a:prstGeom>
          <a:solidFill>
            <a:srgbClr val="DE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E7490"/>
                </a:solidFill>
                <a:latin typeface="Microsoft YaHei"/>
              </a:rPr>
              <a:t>围绕 health import 的 preview/commit 流程进行多轮排查与复核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C1F23"/>
                </a:solidFill>
                <a:latin typeface="Microsoft YaHei"/>
              </a:defRPr>
            </a:pPr>
            <a:r>
              <a:t>问题导向验证：聚焦 member 创建、字段解析、异常返回可读性。</a:t>
            </a:r>
          </a:p>
          <a:p>
            <a:pPr>
              <a:spcAft>
                <a:spcPts val="700"/>
              </a:spcAft>
              <a:defRPr sz="1700">
                <a:solidFill>
                  <a:srgbClr val="1C1F23"/>
                </a:solidFill>
                <a:latin typeface="Microsoft YaHei"/>
              </a:defRPr>
            </a:pPr>
            <a:r>
              <a:t>定位方式组合：单测定点 + 直接 API 调用脚本 + 全量快速回归。</a:t>
            </a:r>
          </a:p>
          <a:p>
            <a:pPr>
              <a:spcAft>
                <a:spcPts val="700"/>
              </a:spcAft>
              <a:defRPr sz="1700">
                <a:solidFill>
                  <a:srgbClr val="1C1F23"/>
                </a:solidFill>
                <a:latin typeface="Microsoft YaHei"/>
              </a:defRPr>
            </a:pPr>
            <a:r>
              <a:t>修复后验证：针对 tag 相关变更后再次执行快速测试，确认无明显回退。</a:t>
            </a:r>
          </a:p>
          <a:p>
            <a:pPr>
              <a:spcAft>
                <a:spcPts val="700"/>
              </a:spcAft>
              <a:defRPr sz="1700">
                <a:solidFill>
                  <a:srgbClr val="1C1F23"/>
                </a:solidFill>
                <a:latin typeface="Microsoft YaHei"/>
              </a:defRPr>
            </a:pPr>
            <a:r>
              <a:t>工程方法：先局部最小复现，再扩大验证范围，控制排障成本。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783080"/>
            <a:ext cx="4846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今日运行任务轨迹（关键）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debug import test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debug import call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run debug import script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run unit tests - fast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run fast tests after tag fix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• single pytest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说明：以上任务用于导入链路的闭环验证与回归保障。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质量与联调推进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164592"/>
            <a:ext cx="1645920" cy="457200"/>
          </a:xfrm>
          <a:prstGeom prst="roundRect">
            <a:avLst/>
          </a:prstGeom>
          <a:solidFill>
            <a:srgbClr val="DE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972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执行策略：后端快速单测 + E2E 会话准备 + 前端依赖更新并行推进。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目标：确保功能修复不是“局部正确”，而是能在真实用户路径下稳定工作。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5440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Microsoft YaHei"/>
              </a:rPr>
              <a:t>今日可见联调产物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5440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tests/e2e/.auth/user.json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tests/e2e/.auth/shared-user.json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frontend/package-lock.json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src/instance/health_platform.db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11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Microsoft YaHei"/>
              </a:rPr>
              <a:t>交付判断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77639"/>
            <a:ext cx="4846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当前未见新增硬阻塞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导入链路已形成“调试-验证-回归”闭环</a:t>
            </a:r>
          </a:p>
          <a:p>
            <a:pPr>
              <a:spcAft>
                <a:spcPts val="700"/>
              </a:spcAft>
              <a:defRPr sz="1600">
                <a:solidFill>
                  <a:srgbClr val="1C1F23"/>
                </a:solidFill>
                <a:latin typeface="Microsoft YaHei"/>
              </a:defRPr>
            </a:pPr>
            <a:r>
              <a:t>建议下一步进入结果固化与汇总提测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管理视角：投入与产出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164592"/>
            <a:ext cx="1645920" cy="457200"/>
          </a:xfrm>
          <a:prstGeom prst="roundRect">
            <a:avLst/>
          </a:prstGeom>
          <a:solidFill>
            <a:srgbClr val="DE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3949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投入侧（今天）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重点精力投入在高风险路径（导入）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多路径验证替代单点猜测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快速回归避免修复引入连锁问题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体现：高强度、持续性、工程化推进。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234440"/>
            <a:ext cx="48006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产出侧（今天）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问题定位效率提升，排障链路更短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关键路径稳定性证据增多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• 为后续提交/发版降低不确定性</a:t>
            </a: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800">
                <a:solidFill>
                  <a:srgbClr val="1C1F23"/>
                </a:solidFill>
                <a:latin typeface="Microsoft YaHei"/>
              </a:defRPr>
            </a:pPr>
            <a:r>
              <a:t>结论：今天工作对“稳态交付能力”贡献显著。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明日计划与请求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164592"/>
            <a:ext cx="1645920" cy="457200"/>
          </a:xfrm>
          <a:prstGeom prst="roundRect">
            <a:avLst/>
          </a:prstGeom>
          <a:solidFill>
            <a:srgbClr val="DE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1) 固化成果：将今日验证结论沉淀到测试说明/变更记录，便于团队复用。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2) 精准收口：对导入链路的边界条件再做一轮聚焦验证（异常文件、成员映射、重复记录）。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3) 提测准备：在无回退前提下完成一次完整回归并产出可共享报告。</a:t>
            </a:r>
          </a:p>
          <a:p>
            <a:pPr>
              <a:spcAft>
                <a:spcPts val="700"/>
              </a:spcAft>
              <a:defRPr sz="1900">
                <a:solidFill>
                  <a:srgbClr val="1C1F23"/>
                </a:solidFill>
                <a:latin typeface="Microsoft YaHei"/>
              </a:defRPr>
            </a:pPr>
            <a:r>
              <a:t>4) 协作请求：如需提速，建议补充 1 名同学并行做 E2E case 扩展和报告整理。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F6770"/>
                </a:solidFill>
                <a:latin typeface="Microsoft YaHei"/>
              </a:rPr>
              <a:t>Generated by Copilot (GPT-5.3-Codex)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