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396901" cy="514350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55602" y="1494086"/>
            <a:ext cx="676229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健康记录平台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955602" y="2154287"/>
            <a:ext cx="67622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周报 · 2026-01-22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55602" y="2652713"/>
            <a:ext cx="67622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时间范围：2026-01-15 ~ 2026-01-22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55602" y="3201888"/>
            <a:ext cx="3261717" cy="472976"/>
          </a:xfrm>
          <a:prstGeom prst="roundRect">
            <a:avLst>
              <a:gd name="adj" fmla="val 48332"/>
            </a:avLst>
          </a:prstGeom>
          <a:solidFill>
            <a:srgbClr val="E6F4F1"/>
          </a:solidFill>
          <a:ln w="9525">
            <a:solidFill>
              <a:srgbClr val="C8EC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42827" y="3338364"/>
            <a:ext cx="29450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主题：CI/CD 稳定性 · 报告资产 · E2E 优化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20469" y="3201888"/>
            <a:ext cx="2339727" cy="472976"/>
          </a:xfrm>
          <a:prstGeom prst="roundRect">
            <a:avLst>
              <a:gd name="adj" fmla="val 48332"/>
            </a:avLst>
          </a:prstGeom>
          <a:solidFill>
            <a:srgbClr val="E6F4F1"/>
          </a:solidFill>
          <a:ln w="9525">
            <a:solidFill>
              <a:srgbClr val="C8EC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07695" y="3338364"/>
            <a:ext cx="2004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分支：feature/workshop0108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259024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本周概览（提交维度）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107" y="306288"/>
            <a:ext cx="25399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7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统计口径：git log --since 2026-01-15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1168301"/>
            <a:ext cx="1854250" cy="3191173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6826" y="1406426"/>
            <a:ext cx="1405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6826" y="1742926"/>
            <a:ext cx="14055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3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96826" y="2314426"/>
            <a:ext cx="1405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workflow / docs / tests 为主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16101" y="1168301"/>
            <a:ext cx="1854250" cy="3191173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4226" y="1406426"/>
            <a:ext cx="1405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touched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54226" y="1742926"/>
            <a:ext cx="14055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3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854226" y="2314426"/>
            <a:ext cx="1405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 CI、测试、文档与报告素材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3501" y="1168301"/>
            <a:ext cx="1854250" cy="3191173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1626" y="1406426"/>
            <a:ext cx="1405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1626" y="1742926"/>
            <a:ext cx="14055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3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4346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911626" y="2314426"/>
            <a:ext cx="1405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新增月报与 PPT/HTML 幻灯片资产占比高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30901" y="1168301"/>
            <a:ext cx="1854250" cy="3191173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69026" y="1406426"/>
            <a:ext cx="1405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9026" y="1742926"/>
            <a:ext cx="14055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3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969026" y="2314426"/>
            <a:ext cx="1405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以工作流与测试逻辑微调为主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8701" y="4689574"/>
            <a:ext cx="8187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本周重点：工作流稳定性增强、部署后 E2E 可运行性提升、报告与演示素材沉淀。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259024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本周主要变更（摘要）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42851"/>
            <a:ext cx="3898999" cy="3721298"/>
          </a:xfrm>
          <a:prstGeom prst="roundRect">
            <a:avLst>
              <a:gd name="adj" fmla="val 4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6826" y="1380976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&amp; 部署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5426" y="1771501"/>
            <a:ext cx="3194149" cy="148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新增/修复 Docker 镜像 tag 计算与 safe_ref 用法，降低构建与部署漂移风险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部署后 E2E：忽略缺失测试结果文件，减少“假失败”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补充前端 URL 输出与回归步骤，方便自动化链路对齐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6826" y="3438376"/>
            <a:ext cx="3422749" cy="463451"/>
          </a:xfrm>
          <a:prstGeom prst="roundRect">
            <a:avLst>
              <a:gd name="adj" fmla="val 32884"/>
            </a:avLst>
          </a:prstGeom>
          <a:solidFill>
            <a:srgbClr val="E6F4F1"/>
          </a:solidFill>
          <a:ln w="9525">
            <a:solidFill>
              <a:srgbClr val="C8EC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58751" y="3574852"/>
            <a:ext cx="31608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涉及：.github/workflows/Build-Deploy-K8S.yml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86300" y="1142851"/>
            <a:ext cx="3898999" cy="3721298"/>
          </a:xfrm>
          <a:prstGeom prst="roundRect">
            <a:avLst>
              <a:gd name="adj" fmla="val 4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24425" y="1380976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&amp; 文档资产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53025" y="1771501"/>
            <a:ext cx="3194149" cy="148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调整 deployed E2E 运行方式（禁用 webServer），提升在 CI 环境可用性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增强成员切换相关 E2E 工具逻辑，降低脚本波动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沉淀月报（md/docx/pptx）与 HTML 幻灯片模板 + 生成脚本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24425" y="3438376"/>
            <a:ext cx="3422749" cy="463451"/>
          </a:xfrm>
          <a:prstGeom prst="roundRect">
            <a:avLst>
              <a:gd name="adj" fmla="val 32884"/>
            </a:avLst>
          </a:prstGeom>
          <a:solidFill>
            <a:srgbClr val="E6F4F1"/>
          </a:solidFill>
          <a:ln w="9525">
            <a:solidFill>
              <a:srgbClr val="C8EC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86350" y="3574852"/>
            <a:ext cx="31608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涉及：tests/e2e、docs/reports、pptx_summary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97966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2296"/>
            <a:ext cx="207213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&amp; 部署变更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94883" y="98971"/>
            <a:ext cx="31522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7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目标：更稳定的构建/发布与更可靠的回归验证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728067"/>
            <a:ext cx="5810250" cy="4110633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6826" y="940743"/>
            <a:ext cx="54406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工作流改动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5426" y="1331268"/>
            <a:ext cx="5105400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safe image tag 计算逻辑，统一 Docker builds 的 tag 生成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 safe_ref 输出使用方式，避免引用错误导致的构建/部署失败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部署后 E2E job：缺失测试结果时不失败（降低假告警）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新增前端 URL 输出 + 回归测试步骤，便于自动化链路串联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2603450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主要文件：.github/workflows/Build-Deploy-K8S.yml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97551" y="728067"/>
            <a:ext cx="1987748" cy="4110633"/>
          </a:xfrm>
          <a:prstGeom prst="roundRect">
            <a:avLst>
              <a:gd name="adj" fmla="val 89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35676" y="940743"/>
            <a:ext cx="15417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影响与收益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64276" y="1331268"/>
            <a:ext cx="1282898" cy="2380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 tag/引用不一致引起的发布漂移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提升部署后回归流程的可诊断性（更明确的输出/步骤）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 CI 中“环境差异”导致的 flaky 失败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35676" y="3864025"/>
            <a:ext cx="154172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补充：Dockerfile.backend 也同步更新了版本相关说明。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129519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测试与质量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42851"/>
            <a:ext cx="3898999" cy="3695849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6826" y="1355527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运行方式优化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5426" y="1746052"/>
            <a:ext cx="3194149" cy="967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部署后 E2E：禁用 web server（更贴近 deployed 环境）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配置调整，减少 CI 环境依赖与不稳定因素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6826" y="2865834"/>
            <a:ext cx="3491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相关文件：tests/e2e/playwright.config.js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86300" y="1142851"/>
            <a:ext cx="3898999" cy="3695849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24425" y="1355527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稳定性增强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53025" y="1746052"/>
            <a:ext cx="3194149" cy="744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成员切换逻辑增强，降低回归流程中的 flaky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与工作流结合：缺失结果不致失败，但仍保留排查空间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24425" y="2643039"/>
            <a:ext cx="3491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相关文件：tests/e2e/utils/members.js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233126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文档与报告资产沉淀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42851"/>
            <a:ext cx="3898999" cy="3695849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6826" y="1355527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月报与可复用素材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5426" y="1746052"/>
            <a:ext cx="3194149" cy="126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新增月报：Markdown / Word / PPTX（2026-01）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HTML 幻灯片与生成脚本（可复用、可自动化）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 reports README，便于查找与复用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6826" y="3164830"/>
            <a:ext cx="3491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相关路径：docs/reports、pptx_summary、workspace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86300" y="1142851"/>
            <a:ext cx="3898999" cy="3695849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24425" y="1355527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开发/流水线文档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53025" y="1746052"/>
            <a:ext cx="3194149" cy="967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 GitHub Actions pipeline 文档中的版本号/发布相关信息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 workshop 步骤补充说明与资源清理指导（本地尚有未提交改动）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24425" y="2865834"/>
            <a:ext cx="34912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相关路径：docs/workshop-steps、docs/workflow、docs/plan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359746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当前工作区未提交改动（WIP）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42851"/>
            <a:ext cx="3898999" cy="3695849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6826" y="1355527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修改/删除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5426" y="1746052"/>
            <a:ext cx="3194149" cy="166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.vscode/tasks.json（修改）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docs/plan/plan-workshop-aks-shared-cluster.md（修改）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docs/workshop-steps/07_resource_cleanup/*（修改）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docs/workflow/bmm-workflow-status.yaml（删除）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6826" y="3566815"/>
            <a:ext cx="34912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建议：合并前明确删除原因，避免误删重要工作流素材。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86300" y="1142851"/>
            <a:ext cx="3898999" cy="3695849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24425" y="1355527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新增（未纳入提交）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53025" y="1746052"/>
            <a:ext cx="3194149" cy="187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docs/media/（新增目录）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docs/workshop-steps/05_skills_toPPT/（新增目录）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docs/workshop-steps/06_resource_cleanup/（新增目录）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scripts/dev_start_backend.cmd / dev_start_frontend.cmd / dev_run_e2e_regression.cmd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24425" y="3772495"/>
            <a:ext cx="3491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建议：整理为 1-2 个独立提交（docs / scripts 分开）。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207213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下周计划（建议）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1142851"/>
            <a:ext cx="3898999" cy="3695849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6826" y="1355527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交付与收敛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5426" y="1746052"/>
            <a:ext cx="3194149" cy="148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workshop 文档/脚本整理成可合并提交并补充校验步骤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 Build-Deploy-K8S 工作流做一次端到端验证（含部署后 E2E）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为周报 PPT 生成脚本加一个 npm 脚本入口（可选）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6826" y="3412927"/>
            <a:ext cx="3422749" cy="704850"/>
          </a:xfrm>
          <a:prstGeom prst="roundRect">
            <a:avLst>
              <a:gd name="adj" fmla="val 18018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44451" y="3412927"/>
            <a:ext cx="0" cy="704850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4476" y="3565327"/>
            <a:ext cx="30831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风险点：WIP 目录较多，建议尽早拆分提交，避免回滚困难。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6300" y="1142851"/>
            <a:ext cx="3898999" cy="3695849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4425" y="1355527"/>
            <a:ext cx="3491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质量与可观测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53025" y="1746052"/>
            <a:ext cx="3194149" cy="148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 E2E 结果缺失的原因定位（是路径/上传/权限还是稳定性）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为关键 job 增加更清晰的日志与 artifacts 输出（定位更快）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若需要：把“月报/周报”模板沉淀到 docs/reports/README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健康记录平台周报 (2026-01-22)</dc:title>
  <dc:subject>Weekly Engineering Update</dc:subject>
  <dc:creator>Health Platform Team</dc:creator>
  <cp:lastModifiedBy>Health Platform Team</cp:lastModifiedBy>
  <cp:revision>1</cp:revision>
  <dcterms:created xsi:type="dcterms:W3CDTF">2026-01-22T03:08:34Z</dcterms:created>
  <dcterms:modified xsi:type="dcterms:W3CDTF">2026-01-22T03:08:34Z</dcterms:modified>
</cp:coreProperties>
</file>