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" cy="5143500"/>
          </a:xfrm>
          <a:prstGeom prst="rect">
            <a:avLst/>
          </a:prstGeom>
          <a:solidFill>
            <a:srgbClr val="1F5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81200" y="1387525"/>
            <a:ext cx="37307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81200" y="2149525"/>
            <a:ext cx="37307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需求与设计文档驱动的功能实现总结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81200" y="2698700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2F3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来源：docs 目录需求 / 设计 / 实施 / 报告文档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81200" y="2949476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2F3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时间：2026-01-16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81200" y="3352651"/>
            <a:ext cx="3657600" cy="403175"/>
          </a:xfrm>
          <a:prstGeom prst="roundRect">
            <a:avLst>
              <a:gd name="adj" fmla="val 18900"/>
            </a:avLst>
          </a:prstGeom>
          <a:solidFill>
            <a:srgbClr val="5B8B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08150" y="3479602"/>
            <a:ext cx="3471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2F3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项目总结汇报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项目目标与范围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60400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2D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MVP 需求与实施计划的交付范围总结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00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1800" y="2101602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多用户健康指标记录与管理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血压/心率趋势可视化与下载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标签与时间维度筛选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家庭成员场景的记录归属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27350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9551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交付范围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49551" y="2101602"/>
            <a:ext cx="2044750" cy="11046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用户认证与个人资料管理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 CRUD 与校验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仪表盘与报表图表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UI 与基础安全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45101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7301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基础约束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7301" y="2101602"/>
            <a:ext cx="2044750" cy="11046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鉴权、限流、CORS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数据按用户隔离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范围校验与错误提示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可扩展到导出/分享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MVP-1 已交付能力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1800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用户与账户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31800" y="1673126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/ 登录 / 登出 / 刷新令牌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邮箱唯一性校验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个人资料编辑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用户数据隔离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27350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49551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健康记录与筛选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49551" y="1673126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血压与心率记录（范围校验）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备注与多标签管理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按标签与日期范围筛选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列表倒序展示与分页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45101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7301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可视化与体验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7301" y="1673126"/>
            <a:ext cx="2044750" cy="150465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趋势折线图（周 / 月 / 全部）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图表下载为 PNG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响应式布局适配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基础安全（JWT/限流/CORS）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家庭成员（Phase A）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09650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200" dirty="0">
                <a:solidFill>
                  <a:srgbClr val="2D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简化版多成员档案能力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7924800" cy="3670250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685925"/>
            <a:ext cx="7429500" cy="15079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每个用户默认拥有家庭组与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Self/本人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成员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成员为健康档案，不具备登录能力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成员可增删改（软删除保留历史）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健康记录可指定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subject_member_id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归属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列表与报表可按成员维度筛选展示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批量导入（CSV / Excel）已完成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用户流程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50777"/>
            <a:ext cx="2112615" cy="1447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入口：健康记录页 → 批量导入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模板下载（CSV / Excel）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上传文件并自动校验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结果摘要 + 错误明细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错误日志可下载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18867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5618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15618" y="1450777"/>
            <a:ext cx="2112615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中英文表头识别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Self/自己/本人自动匹配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时区统一转 UTC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血压/心率范围校验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错误行跳过、成功行入库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28134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4885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质量指标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24885" y="1450777"/>
            <a:ext cx="2112615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 5MB / 1000 条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条导入 &lt; 10s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 22/22 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手动测试 10 场景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24885" y="2517577"/>
            <a:ext cx="1269950" cy="549176"/>
          </a:xfrm>
          <a:prstGeom prst="roundRect">
            <a:avLst>
              <a:gd name="adj" fmla="val 13875"/>
            </a:avLst>
          </a:prstGeom>
          <a:solidFill>
            <a:srgbClr val="5B8B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6386" y="2701677"/>
            <a:ext cx="10882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1-4 全部完成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阈值三层配置与状态逻辑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2430066" cy="3441502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55502"/>
            <a:ext cx="2077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配置结构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76077"/>
            <a:ext cx="2036564" cy="17335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收缩压/舒张压：min / max / borderline_max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心率：min / max（无临界区间）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表单支持三列配置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文案与校验提示同步更新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2816" y="958751"/>
            <a:ext cx="2658517" cy="3441502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39567" y="1155502"/>
            <a:ext cx="23103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状态判定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39567" y="1476077"/>
            <a:ext cx="2265015" cy="11620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Healthy：全部在 [min, max]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Borderline：在 (max, borderline_max]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Range：超出所有范围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优先级：异常 &gt; 临界 &gt; 健康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39567" y="2714327"/>
            <a:ext cx="655141" cy="673001"/>
          </a:xfrm>
          <a:prstGeom prst="roundRect">
            <a:avLst>
              <a:gd name="adj" fmla="val 15508"/>
            </a:avLst>
          </a:prstGeom>
          <a:solidFill>
            <a:srgbClr val="1F5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1068" y="2898428"/>
            <a:ext cx="461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96209" y="2714327"/>
            <a:ext cx="810964" cy="673001"/>
          </a:xfrm>
          <a:prstGeom prst="roundRect">
            <a:avLst>
              <a:gd name="adj" fmla="val 15097"/>
            </a:avLst>
          </a:prstGeom>
          <a:solidFill>
            <a:srgbClr val="5B8B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7710" y="2898428"/>
            <a:ext cx="620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8674" y="2714327"/>
            <a:ext cx="595908" cy="673001"/>
          </a:xfrm>
          <a:prstGeom prst="roundRect">
            <a:avLst>
              <a:gd name="adj" fmla="val 17050"/>
            </a:avLst>
          </a:prstGeom>
          <a:solidFill>
            <a:srgbClr val="0B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0175" y="2898428"/>
            <a:ext cx="400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04483" y="958751"/>
            <a:ext cx="2430066" cy="3441502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01234" y="1155502"/>
            <a:ext cx="2077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验证与测试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1234" y="1476077"/>
            <a:ext cx="2036564" cy="11620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后端校验：min &lt; max &lt; borderline_max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兼容旧配置（缺失临界值）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9 项单元测试覆盖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测试总计 52 项通过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质量与测试覆盖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批量导入测试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 22/22 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模板下载 / 错误日志覆盖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回归测试 15 个用例通过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手动场景 10 项全覆盖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27350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4101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阈值配置测试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4101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9 项三层校验测试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异常优先级与边界值覆盖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总测试数累计 52 项通过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无回归问题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5101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1852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非功能性验证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1852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导入性能：1000 条 &lt; 10 秒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响应式适配：移动 / 桌面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安全：JWT、限流、CORS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数据库一致性与错误处理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稳定性修复：重复记录防护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7924800" cy="374630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1800" y="1180951"/>
            <a:ext cx="76300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修复关键点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1800" y="1501527"/>
            <a:ext cx="7480399" cy="7239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重复检测前置到 Service 层，避免写入后再校验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同成员同一分钟记录被拒绝或在导入中跳过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导入结果统计包含 skipped_count 与明细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1800" y="2301627"/>
            <a:ext cx="76300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验证结果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1800" y="2622203"/>
            <a:ext cx="748039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手动重复创建被正确拦截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重复导入文件全部进入跳过列表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分钟边界 / 不同成员场景均通过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提供历史重复数据清理工具与流程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后续路线（规划/草稿）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数据与分享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导出与分享链接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导入历史与报告管理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异步导入与进度反馈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更多数据源接入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27350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4101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阈值与仪表盘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4101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仪表盘阈值参考卡片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趋势图动态阈值颜色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E2E 回归路径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状态统计与可解释性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5101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BFD4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1852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运营与版本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1852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管理员后台与重置密码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版本号与变更日志展示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更严格的审计与权限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安全与合规增强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健康记录平台功能实现总结</dc:title>
  <dc:subject>PptxGenJS Presentation</dc:subject>
  <dc:creator>Health Platform Team</dc:creator>
  <cp:lastModifiedBy>Health Platform Team</cp:lastModifiedBy>
  <cp:revision>1</cp:revision>
  <dcterms:created xsi:type="dcterms:W3CDTF">2026-01-16T06:24:43Z</dcterms:created>
  <dcterms:modified xsi:type="dcterms:W3CDTF">2026-01-16T06:24:43Z</dcterms:modified>
</cp:coreProperties>
</file>